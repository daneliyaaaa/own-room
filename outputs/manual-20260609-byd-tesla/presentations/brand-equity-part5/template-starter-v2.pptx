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485055767442e" /><Relationship Type="http://schemas.openxmlformats.org/officeDocument/2006/relationships/extended-properties" Target="/docProps/app.xml" Id="R8cd01232f1b64f83" /><Relationship Type="http://schemas.openxmlformats.org/officeDocument/2006/relationships/officeDocument" Target="/ppt/presentation.xml" Id="R38986b0561424e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b05a34bc34e88"/>
  </p:sldMasterIdLst>
  <p:notesMasterIdLst>
    <p:notesMasterId xmlns:r="http://schemas.openxmlformats.org/officeDocument/2006/relationships" r:id="Ra53d39a2c68b40d6"/>
  </p:notesMasterIdLst>
  <p:sldIdLst>
    <p:sldId xmlns:r="http://schemas.openxmlformats.org/officeDocument/2006/relationships" id="256" r:id="Reda5e4957e7e4aa6"/>
    <p:sldId xmlns:r="http://schemas.openxmlformats.org/officeDocument/2006/relationships" id="257" r:id="R350ff49b781149e7"/>
    <p:sldId xmlns:r="http://schemas.openxmlformats.org/officeDocument/2006/relationships" id="258" r:id="R23eef146c1094a8c"/>
    <p:sldId xmlns:r="http://schemas.openxmlformats.org/officeDocument/2006/relationships" id="259" r:id="Ref9df9b0254a4f91"/>
    <p:sldId xmlns:r="http://schemas.openxmlformats.org/officeDocument/2006/relationships" id="260" r:id="R262ae46a3d314c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b05a34bc34e88" /><Relationship Type="http://schemas.openxmlformats.org/officeDocument/2006/relationships/theme" Target="/ppt/theme/theme1.xml" Id="Rb257d009349d4292" /><Relationship Type="http://schemas.openxmlformats.org/officeDocument/2006/relationships/notesMaster" Target="/ppt/notesMasters/notesMaster1.xml" Id="Ra53d39a2c68b40d6" /><Relationship Type="http://schemas.openxmlformats.org/officeDocument/2006/relationships/presProps" Target="/ppt/presProps.xml" Id="Rd15804e5f4874fc0" /><Relationship Type="http://schemas.openxmlformats.org/officeDocument/2006/relationships/viewProps" Target="/ppt/viewProps.xml" Id="Rb3f9fe8d9a114fdb" /><Relationship Type="http://schemas.openxmlformats.org/officeDocument/2006/relationships/tableStyles" Target="/ppt/tableStyles.xml" Id="Ree16635418664c50" /><Relationship Type="http://schemas.openxmlformats.org/officeDocument/2006/relationships/slide" Target="/ppt/slides/slide1.xml" Id="Reda5e4957e7e4aa6" /><Relationship Type="http://schemas.openxmlformats.org/officeDocument/2006/relationships/slide" Target="/ppt/slides/slide2.xml" Id="R350ff49b781149e7" /><Relationship Type="http://schemas.openxmlformats.org/officeDocument/2006/relationships/slide" Target="/ppt/slides/slide3.xml" Id="R23eef146c1094a8c" /><Relationship Type="http://schemas.openxmlformats.org/officeDocument/2006/relationships/slide" Target="/ppt/slides/slide4.xml" Id="Ref9df9b0254a4f91" /><Relationship Type="http://schemas.openxmlformats.org/officeDocument/2006/relationships/slide" Target="/ppt/slides/slide5.xml" Id="R262ae46a3d31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0edbc3b00a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d57d6d3eb47f5" /><Relationship Type="http://schemas.openxmlformats.org/officeDocument/2006/relationships/notesMaster" Target="/ppt/notesMasters/notesMaster1.xml" Id="R57ac511db6884c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29e07b47ff4a49" /><Relationship Type="http://schemas.openxmlformats.org/officeDocument/2006/relationships/notesMaster" Target="/ppt/notesMasters/notesMaster1.xml" Id="R25a0792cbd4641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eeb19728a24db3" /><Relationship Type="http://schemas.openxmlformats.org/officeDocument/2006/relationships/notesMaster" Target="/ppt/notesMasters/notesMaster1.xml" Id="R8bf1220689504e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ccb58e3c70486c" /><Relationship Type="http://schemas.openxmlformats.org/officeDocument/2006/relationships/notesMaster" Target="/ppt/notesMasters/notesMaster1.xml" Id="R43f861c35e06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dd080f76d428a" /><Relationship Type="http://schemas.openxmlformats.org/officeDocument/2006/relationships/notesMaster" Target="/ppt/notesMasters/notesMaster1.xml" Id="R7d87c4c871c044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e8d89a96047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10bd75f694f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2eef747124e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c891c051d4b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830c9240543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68fee52a442d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c03ff970e43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196d4b19540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6a5912c094a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b720ccfa347d2" /></Relationships>
</file>

<file path=ppt/slideLayouts/slideLayout2.xml><?xml version="1.0" encoding="utf-8"?>
<p:sldLayout xmlns:p="http://schemas.openxmlformats.org/presentationml/2006/main" type="vertTitleAndTx">
  <p:cSld name="竖版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5D5E743-B39E-4A0F-BB68-B8D012AA2F9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5759" y="365125"/>
            <a:ext cx="262915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351D1FB-5C71-4DEC-9455-A13F1EF19B0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365125"/>
            <a:ext cx="7735062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E8EF7A-EC67-4F71-A322-A6B2A54F41D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B8691A-33FB-4AB7-A6EA-7AEB2B25DAB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8C2791-A157-468E-9A79-12C8AFC0FC8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picTx">
  <p:cSld name="图片与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E994BE-476A-40F9-A9F5-ACD5B615BC6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457200"/>
            <a:ext cx="4165759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9657B6-6ED2-4630-9960-6B26DCCFE2F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698" y="457201"/>
            <a:ext cx="6172808" cy="5403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824041E-81BC-4D6D-957B-A924F9BE352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871" y="2057400"/>
            <a:ext cx="4165759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774BB20-2945-4EEE-A6EE-B0B833DB0E8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A5E3E46-E5D6-4B65-99C1-0D5DAB190D7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1DBA389-F160-48E5-B1DC-DAC5C83260E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688D3FA-E59D-4478-987D-7DD56B77F6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E35CE9C-A8AC-4C18-B234-5F0FFB62A12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1ADE3D3-9CE2-42CB-9BE5-0D6DF25D1AD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F42400-C611-4F4C-9B90-605A436056EF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CDD6E2C-D594-437B-9D09-203D52B7271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9668662-14A7-4867-A01F-3E3A9AD5D4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376CE06-30F4-458E-ADEA-63888403A49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CA3DD1-9F64-4E73-941A-F7BABE1F158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365125"/>
            <a:ext cx="1051663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11A0F45-DFDA-4328-A5ED-DBEC3E00F4B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186891" y="1778438"/>
            <a:ext cx="4874054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FC6ACC-DC26-4CED-B6A6-6F7271DC8E03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1186891" y="2665379"/>
            <a:ext cx="4874054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735AC3-480C-4BFB-A42E-C890A70AD269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57554" y="1778438"/>
            <a:ext cx="4898058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89E5BD1-E3FB-4E1A-86A1-5BDEDCC9037B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57554" y="2665379"/>
            <a:ext cx="4898058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BC82666-2006-44C6-AA2F-1D27074138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E60BA6F-D6B7-4D64-9D09-B4F6BB43C8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F1BDDE7-BFF9-49DC-ABDF-71E94505DAB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DD784BE-5E17-47A4-B31F-794FB20C2E1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457215-A3AE-465A-8940-D1CD049C9EF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83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9B390F7-C6F4-4270-95AD-B7C8A68013AE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808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F3212D3-DEE5-4A75-816B-C2043C52E2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B2EB4FB-EA04-4D90-AE69-68B032C0D1D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6D64357-722B-466E-9E09-811AA3617C0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secHead">
  <p:cSld name="节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C0BF9C-23EE-42B7-ACF3-1A57C6BCDDB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932" y="1709738"/>
            <a:ext cx="1051663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A8F6E81-46F4-424D-9390-7845BD6147B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932" y="4589463"/>
            <a:ext cx="1051663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D9E8AA-5761-408C-9437-6A51BAFE022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92E5F-EB79-4700-8109-AFCA34DF9E9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37AE04-7AF4-4CEE-AD39-B7FF958549C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C198D3-F71E-4384-A5C9-3E97B08004B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8A788B7-51FD-4331-B65F-A26DB3DEF293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6D288CD-B2E5-4884-991B-F3581F5F2C5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0D3C70C-4328-436F-B387-26A66800377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851CD4-D8FA-497C-8CCB-6000D716C30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B9FD86E9-9D5C-4BBE-BB28-D331350D2956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838283" y="365125"/>
            <a:ext cx="10516635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8ED50C9-7DEB-4BC0-9EF7-7280FDF3A54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415A3EA-FD0A-454F-826E-57EDFFBB5DF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DE97871-5A74-4BAF-B157-A3FB6660DE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itle">
  <p:cSld name="标题幻灯片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A85B5C-2DAA-4328-B319-344159B99F3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150" y="1122363"/>
            <a:ext cx="91449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A0724A8-58D1-4221-B59C-D3D7AD92CB5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150" y="3602038"/>
            <a:ext cx="91449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1F2805-6962-47D5-8B16-8E74446F4D3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D4F7B3-6134-4C31-B244-F18F9E8762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EA0B03-9390-4ECD-AF15-F56894B8298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918b20223bb43b3" /><Relationship Type="http://schemas.openxmlformats.org/officeDocument/2006/relationships/slideLayout" Target="/ppt/slideLayouts/slideLayout2.xml" Id="R275f25d4128e41c7" /><Relationship Type="http://schemas.openxmlformats.org/officeDocument/2006/relationships/slideLayout" Target="/ppt/slideLayouts/slideLayout3.xml" Id="Rcffb996c0e3548a1" /><Relationship Type="http://schemas.openxmlformats.org/officeDocument/2006/relationships/slideLayout" Target="/ppt/slideLayouts/slideLayout4.xml" Id="R2162dc1410d94f37" /><Relationship Type="http://schemas.openxmlformats.org/officeDocument/2006/relationships/slideLayout" Target="/ppt/slideLayouts/slideLayout5.xml" Id="Rab159823a1d9435d" /><Relationship Type="http://schemas.openxmlformats.org/officeDocument/2006/relationships/slideLayout" Target="/ppt/slideLayouts/slideLayout6.xml" Id="Rf3fbd51bec6c42b1" /><Relationship Type="http://schemas.openxmlformats.org/officeDocument/2006/relationships/slideLayout" Target="/ppt/slideLayouts/slideLayout7.xml" Id="Rb5648a21c7004bd8" /><Relationship Type="http://schemas.openxmlformats.org/officeDocument/2006/relationships/slideLayout" Target="/ppt/slideLayouts/slideLayout8.xml" Id="R2fc0c144bc5c4d89" /><Relationship Type="http://schemas.openxmlformats.org/officeDocument/2006/relationships/slideLayout" Target="/ppt/slideLayouts/slideLayout9.xml" Id="R80731c217a1b4717" /><Relationship Type="http://schemas.openxmlformats.org/officeDocument/2006/relationships/slideLayout" Target="/ppt/slideLayouts/slideLayout10.xml" Id="R2b4f3d66b1ce4e31" /><Relationship Type="http://schemas.openxmlformats.org/officeDocument/2006/relationships/slideLayout" Target="/ppt/slideLayouts/slideLayout11.xml" Id="R7b8b66428b8048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B33CF1-A72A-4AC3-B9F8-807C506CD2A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83" y="365125"/>
            <a:ext cx="1051663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ADBECA-11EE-4AF8-925C-6E8F78248EF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1825625"/>
            <a:ext cx="1051663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B77F79-E5DC-43B5-AC40-66CE6ED485C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83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321360-8D2B-4AA1-B06E-F4052D582A4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998" y="6356350"/>
            <a:ext cx="411520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7DAE11-7B5D-4BFC-9755-34CE8015297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1448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f25d4128e41c7"/>
    <p:sldLayoutId xmlns:r="http://schemas.openxmlformats.org/officeDocument/2006/relationships" id="2147483650" r:id="Rcffb996c0e3548a1"/>
    <p:sldLayoutId xmlns:r="http://schemas.openxmlformats.org/officeDocument/2006/relationships" id="2147483651" r:id="R2162dc1410d94f37"/>
    <p:sldLayoutId xmlns:r="http://schemas.openxmlformats.org/officeDocument/2006/relationships" id="2147483652" r:id="Rab159823a1d9435d"/>
    <p:sldLayoutId xmlns:r="http://schemas.openxmlformats.org/officeDocument/2006/relationships" id="2147483653" r:id="Rf3fbd51bec6c42b1"/>
    <p:sldLayoutId xmlns:r="http://schemas.openxmlformats.org/officeDocument/2006/relationships" id="2147483654" r:id="Rb5648a21c7004bd8"/>
    <p:sldLayoutId xmlns:r="http://schemas.openxmlformats.org/officeDocument/2006/relationships" id="2147483655" r:id="R2fc0c144bc5c4d89"/>
    <p:sldLayoutId xmlns:r="http://schemas.openxmlformats.org/officeDocument/2006/relationships" id="2147483656" r:id="R80731c217a1b4717"/>
    <p:sldLayoutId xmlns:r="http://schemas.openxmlformats.org/officeDocument/2006/relationships" id="2147483657" r:id="R2b4f3d66b1ce4e31"/>
    <p:sldLayoutId xmlns:r="http://schemas.openxmlformats.org/officeDocument/2006/relationships" id="2147483658" r:id="R7b8b66428b8048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6486dc3a0f64821" /><Relationship Type="http://schemas.openxmlformats.org/officeDocument/2006/relationships/image" Target="/ppt/media/image.png" Id="Rf2c4f512b53e480b" /><Relationship Type="http://schemas.openxmlformats.org/officeDocument/2006/relationships/image" Target="/ppt/media/image2.png" Id="R1cc7ca7820e94a76" /><Relationship Type="http://schemas.openxmlformats.org/officeDocument/2006/relationships/notesSlide" Target="/ppt/notesSlides/notesSlide1.xml" Id="Rb42383f0980642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5c958c1d24c4267" /><Relationship Type="http://schemas.openxmlformats.org/officeDocument/2006/relationships/image" Target="/ppt/media/image.png" Id="R3ed43091ebb44091" /><Relationship Type="http://schemas.openxmlformats.org/officeDocument/2006/relationships/image" Target="/ppt/media/image2.png" Id="R928a8fbcb8d246fc" /><Relationship Type="http://schemas.openxmlformats.org/officeDocument/2006/relationships/notesSlide" Target="/ppt/notesSlides/notesSlide2.xml" Id="Rcf998f245f3d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04c4f12ac7441e1" /><Relationship Type="http://schemas.openxmlformats.org/officeDocument/2006/relationships/image" Target="/ppt/media/image3.png" Id="Re18a4df708ad416a" /><Relationship Type="http://schemas.openxmlformats.org/officeDocument/2006/relationships/image" Target="/ppt/media/image4.png" Id="Rbb58da6708394262" /><Relationship Type="http://schemas.openxmlformats.org/officeDocument/2006/relationships/image" Target="/ppt/media/image5.png" Id="R8c62f5c9ed604d1d" /><Relationship Type="http://schemas.openxmlformats.org/officeDocument/2006/relationships/image" Target="/ppt/media/image6.png" Id="R93f5c31ff72c4997" /><Relationship Type="http://schemas.openxmlformats.org/officeDocument/2006/relationships/image" Target="/ppt/media/image7.png" Id="R8a0f1e17cf204efb" /><Relationship Type="http://schemas.openxmlformats.org/officeDocument/2006/relationships/image" Target="/ppt/media/image8.png" Id="Rf3a00da60c244a5b" /><Relationship Type="http://schemas.openxmlformats.org/officeDocument/2006/relationships/image" Target="/ppt/media/image.svg" Id="R0f64184c9e7541de" /><Relationship Type="http://schemas.openxmlformats.org/officeDocument/2006/relationships/image" Target="/ppt/media/image2.png" Id="R953c83b09d1343e5" /><Relationship Type="http://schemas.openxmlformats.org/officeDocument/2006/relationships/notesSlide" Target="/ppt/notesSlides/notesSlide3.xml" Id="Reeb5d872969947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6d64e87aaa24202" /><Relationship Type="http://schemas.openxmlformats.org/officeDocument/2006/relationships/image" Target="/ppt/media/image3.png" Id="R7e2c5307f1474259" /><Relationship Type="http://schemas.openxmlformats.org/officeDocument/2006/relationships/image" Target="/ppt/media/image4.png" Id="Rcd5de35b2d2b4e00" /><Relationship Type="http://schemas.openxmlformats.org/officeDocument/2006/relationships/image" Target="/ppt/media/image5.png" Id="Rbf0dabc4b49b4954" /><Relationship Type="http://schemas.openxmlformats.org/officeDocument/2006/relationships/image" Target="/ppt/media/image6.png" Id="Rb503c47504f34062" /><Relationship Type="http://schemas.openxmlformats.org/officeDocument/2006/relationships/image" Target="/ppt/media/image7.png" Id="Rda7450026bf54307" /><Relationship Type="http://schemas.openxmlformats.org/officeDocument/2006/relationships/image" Target="/ppt/media/image8.png" Id="R1c47344a45fe47db" /><Relationship Type="http://schemas.openxmlformats.org/officeDocument/2006/relationships/image" Target="/ppt/media/image.svg" Id="R99f5068b26dd4490" /><Relationship Type="http://schemas.openxmlformats.org/officeDocument/2006/relationships/image" Target="/ppt/media/image2.png" Id="Rcd79651a19364581" /><Relationship Type="http://schemas.openxmlformats.org/officeDocument/2006/relationships/notesSlide" Target="/ppt/notesSlides/notesSlide4.xml" Id="R519f2b94069b40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4a4b3cbb6874701" /><Relationship Type="http://schemas.openxmlformats.org/officeDocument/2006/relationships/image" Target="/ppt/media/image9.png" Id="R90b4b595a93d44dc" /><Relationship Type="http://schemas.openxmlformats.org/officeDocument/2006/relationships/image" Target="/ppt/media/image.jpeg" Id="Rf948edea40e140cc" /><Relationship Type="http://schemas.openxmlformats.org/officeDocument/2006/relationships/image" Target="/ppt/media/image2.png" Id="Rb491acf7042f4290" /><Relationship Type="http://schemas.openxmlformats.org/officeDocument/2006/relationships/notesSlide" Target="/ppt/notesSlides/notesSlide5.xml" Id="Rddb8d1846c944a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46B45230-BC22-436F-B463-88EF4E036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请输入标题名称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2F1752-066F-41B6-BAE1-375E34CA06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A6CF4D68-A60C-4542-964C-4B66497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请输入副标题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1480571E-A24A-46F7-B7FA-5E16838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4BB4257-49DF-4D29-B3C4-3E1EF01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89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01FAC87-9625-494D-8BD8-AD4DEA2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23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E92A799-D179-4B96-BB2C-2452782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AFDC1E0-143D-41A9-BEF3-48C09A1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1A9D1F5-C85A-4E12-856C-E5232B4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12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5C2A269-9A94-40AA-830C-3E7C13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45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45A34DA-18C1-435F-A9E1-96D818D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4f512b53e480b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F59B6D6-D32E-4822-B15C-71274C7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C56AEA3-E3DC-4E6B-96FF-E14E8196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092E1F1-47D4-4CFC-B5A5-C4BEB88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10B1393-E431-452C-B464-FAF1B4C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60ADFD4-1E07-4D75-B5F8-BC47370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110994D-AD7C-429B-A8E5-0057876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11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7ca7820e9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10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46B45230-BC22-436F-B463-88EF4E036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请输入标题名称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2F1752-066F-41B6-BAE1-375E34CA06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A6CF4D68-A60C-4542-964C-4B66497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请输入副标题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1480571E-A24A-46F7-B7FA-5E16838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4BB4257-49DF-4D29-B3C4-3E1EF01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89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01FAC87-9625-494D-8BD8-AD4DEA2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23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E92A799-D179-4B96-BB2C-2452782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AFDC1E0-143D-41A9-BEF3-48C09A1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1A9D1F5-C85A-4E12-856C-E5232B4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12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5C2A269-9A94-40AA-830C-3E7C138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45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45A34DA-18C1-435F-A9E1-96D818D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43091ebb44091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F59B6D6-D32E-4822-B15C-71274C7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C56AEA3-E3DC-4E6B-96FF-E14E8196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092E1F1-47D4-4CFC-B5A5-C4BEB88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10B1393-E431-452C-B464-FAF1B4C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60ADFD4-1E07-4D75-B5F8-BC47370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110994D-AD7C-429B-A8E5-0057876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11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a8fbcb8d246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1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a4df708ad416a"/>
          <a:srcRect xmlns:a="http://schemas.openxmlformats.org/drawingml/2006/main" l="0" t="0" r="32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265" y="2618740"/>
            <a:ext cx="2990850" cy="2102485"/>
          </a:xfrm>
          <a:prstGeom xmlns:a="http://schemas.openxmlformats.org/drawingml/2006/main" prst="rect">
            <a:avLst/>
          </a:prstGeom>
        </p:spPr>
      </p:pic>
      <p:pic>
        <p:nvPicPr>
          <p:cNvPr id="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8da6708394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5265" y="4044950"/>
            <a:ext cx="1817370" cy="676275"/>
          </a:xfrm>
          <a:prstGeom xmlns:a="http://schemas.openxmlformats.org/drawingml/2006/main" prst="rect">
            <a:avLst/>
          </a:prstGeom>
        </p:spPr>
      </p:pic>
      <p:pic>
        <p:nvPicPr>
          <p:cNvPr id="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2f5c9ed604d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2320"/>
            <a:ext cx="2967355" cy="2668905"/>
          </a:xfrm>
          <a:prstGeom xmlns:a="http://schemas.openxmlformats.org/drawingml/2006/main" prst="rect">
            <a:avLst/>
          </a:prstGeom>
        </p:spPr>
      </p:pic>
      <p:pic>
        <p:nvPicPr>
          <p:cNvPr id="4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5c31ff72c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0040" y="3883660"/>
            <a:ext cx="3287395" cy="837565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8A8953-D2AC-48A1-A2C4-E34E8C9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21225"/>
            <a:ext cx="12221845" cy="213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CAB4BB-D4D6-41D4-ADC9-D8F23B5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4656455"/>
            <a:ext cx="759079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34A31-DDD4-4F7A-9C37-BA43BC2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1432560"/>
            <a:ext cx="8650605" cy="48050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u="sng"/>
              <a:t>高水平科技自立自强贡献人大数学的力量。</a:t>
            </a: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377AA44-CA39-4FDB-9AAF-E469738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604520"/>
            <a:ext cx="1704975" cy="1704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单圆角矩形 5">
            <a:extLst xmlns:a="http://schemas.openxmlformats.org/drawingml/2006/main">
              <a:ext uri="{FF2B5EF4-FFF2-40B4-BE49-F238E27FC236}">
                <a16:creationId xmlns:a16="http://schemas.microsoft.com/office/drawing/2014/main" id="{331A50D4-79B2-4E14-B3FD-F43D55B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28770" y="989330"/>
            <a:ext cx="6646545" cy="1062355"/>
          </a:xfrm>
          <a:prstGeom xmlns:a="http://schemas.openxmlformats.org/drawingml/2006/main" prst="round1Rect">
            <a:avLst>
              <a:gd name="adj" fmla="val 29211"/>
            </a:avLst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直角三角形 6">
            <a:extLst xmlns:a="http://schemas.openxmlformats.org/drawingml/2006/main">
              <a:ext uri="{FF2B5EF4-FFF2-40B4-BE49-F238E27FC236}">
                <a16:creationId xmlns:a16="http://schemas.microsoft.com/office/drawing/2014/main" id="{69DA639C-346A-4848-852F-D3830BB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24795" y="2052955"/>
            <a:ext cx="350520" cy="1352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5B100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1078BD0C-051D-47E4-B61C-30782D72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635" y="739140"/>
            <a:ext cx="1433830" cy="1433830"/>
          </a:xfrm>
          <a:prstGeom xmlns:a="http://schemas.openxmlformats.org/drawingml/2006/main" prst="ellipse">
            <a:avLst/>
          </a:prstGeom>
          <a:blipFill xmlns:a="http://schemas.openxmlformats.org/drawingml/2006/main">
            <a:blip xmlns:r="http://schemas.openxmlformats.org/officeDocument/2006/relationships" r:embed="R8a0f1e17cf204efb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98D74C9-C68F-4122-8BA8-E4F0D9ABA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55490" y="1126490"/>
            <a:ext cx="4104005" cy="532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10" name="标题 8">
            <a:extLst xmlns:a="http://schemas.openxmlformats.org/drawingml/2006/main">
              <a:ext uri="{FF2B5EF4-FFF2-40B4-BE49-F238E27FC236}">
                <a16:creationId xmlns:a16="http://schemas.microsoft.com/office/drawing/2014/main" id="{4AFF10D4-4D6E-4C64-B422-AB3DB80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635" y="1612900"/>
            <a:ext cx="410400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chemeClr val="bg1"/>
                </a:solidFill>
              </a:rPr>
              <a:t>职位或者职称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1FF9C85-C72C-4867-B172-07F52E4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975" y="2371725"/>
            <a:ext cx="7766685" cy="3322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00da60c244a5b">
            <a:extLst>
              <a:ext uri="{96DAC541-7B7A-43D3-8B79-37D633B846F1}">
                <asvg:svgBlip xmlns:asvg="http://schemas.microsoft.com/office/drawing/2016/SVG/main" r:embed="R0f64184c9e7541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1650" y="605155"/>
            <a:ext cx="1704340" cy="1704340"/>
          </a:xfrm>
          <a:prstGeom xmlns:a="http://schemas.openxmlformats.org/drawingml/2006/main" prst="rect">
            <a:avLst/>
          </a:prstGeom>
        </p:spPr>
      </p:pic>
      <p:pic>
        <p:nvPicPr>
          <p:cNvPr id="23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c83b09d1343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8946" y="117142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123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c5307f1474259"/>
          <a:srcRect xmlns:a="http://schemas.openxmlformats.org/drawingml/2006/main" l="0" t="0" r="32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265" y="2618740"/>
            <a:ext cx="2990850" cy="2102485"/>
          </a:xfrm>
          <a:prstGeom xmlns:a="http://schemas.openxmlformats.org/drawingml/2006/main" prst="rect">
            <a:avLst/>
          </a:prstGeom>
        </p:spPr>
      </p:pic>
      <p:pic>
        <p:nvPicPr>
          <p:cNvPr id="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de35b2d2b4e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5265" y="4044950"/>
            <a:ext cx="1817370" cy="676275"/>
          </a:xfrm>
          <a:prstGeom xmlns:a="http://schemas.openxmlformats.org/drawingml/2006/main" prst="rect">
            <a:avLst/>
          </a:prstGeom>
        </p:spPr>
      </p:pic>
      <p:pic>
        <p:nvPicPr>
          <p:cNvPr id="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dabc4b49b49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2320"/>
            <a:ext cx="2967355" cy="2668905"/>
          </a:xfrm>
          <a:prstGeom xmlns:a="http://schemas.openxmlformats.org/drawingml/2006/main" prst="rect">
            <a:avLst/>
          </a:prstGeom>
        </p:spPr>
      </p:pic>
      <p:pic>
        <p:nvPicPr>
          <p:cNvPr id="4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3c47504f3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0040" y="3883660"/>
            <a:ext cx="3287395" cy="837565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8A8953-D2AC-48A1-A2C4-E34E8C9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21225"/>
            <a:ext cx="12221845" cy="213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FCAB4BB-D4D6-41D4-ADC9-D8F23B5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4656455"/>
            <a:ext cx="759079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34A31-DDD4-4F7A-9C37-BA43BC2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1432560"/>
            <a:ext cx="8650605" cy="48050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u="sng"/>
              <a:t>高水平科技自立自强贡献人大数学的力量。</a:t>
            </a: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377AA44-CA39-4FDB-9AAF-E469738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5" y="604520"/>
            <a:ext cx="1704975" cy="1704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单圆角矩形 5">
            <a:extLst xmlns:a="http://schemas.openxmlformats.org/drawingml/2006/main">
              <a:ext uri="{FF2B5EF4-FFF2-40B4-BE49-F238E27FC236}">
                <a16:creationId xmlns:a16="http://schemas.microsoft.com/office/drawing/2014/main" id="{331A50D4-79B2-4E14-B3FD-F43D55B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28770" y="989330"/>
            <a:ext cx="6646545" cy="1062355"/>
          </a:xfrm>
          <a:prstGeom xmlns:a="http://schemas.openxmlformats.org/drawingml/2006/main" prst="round1Rect">
            <a:avLst>
              <a:gd name="adj" fmla="val 29211"/>
            </a:avLst>
          </a:prstGeom>
          <a:solidFill xmlns:a="http://schemas.openxmlformats.org/drawingml/2006/main">
            <a:srgbClr val="7B221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直角三角形 6">
            <a:extLst xmlns:a="http://schemas.openxmlformats.org/drawingml/2006/main">
              <a:ext uri="{FF2B5EF4-FFF2-40B4-BE49-F238E27FC236}">
                <a16:creationId xmlns:a16="http://schemas.microsoft.com/office/drawing/2014/main" id="{69DA639C-346A-4848-852F-D3830BB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24795" y="2052955"/>
            <a:ext cx="350520" cy="1352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5B100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1078BD0C-051D-47E4-B61C-30782D72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635" y="739140"/>
            <a:ext cx="1433830" cy="1433830"/>
          </a:xfrm>
          <a:prstGeom xmlns:a="http://schemas.openxmlformats.org/drawingml/2006/main" prst="ellipse">
            <a:avLst/>
          </a:prstGeom>
          <a:blipFill xmlns:a="http://schemas.openxmlformats.org/drawingml/2006/main">
            <a:blip xmlns:r="http://schemas.openxmlformats.org/officeDocument/2006/relationships" r:embed="Rda7450026bf54307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98D74C9-C68F-4122-8BA8-E4F0D9ABA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55490" y="1126490"/>
            <a:ext cx="4104005" cy="532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10" name="标题 8">
            <a:extLst xmlns:a="http://schemas.openxmlformats.org/drawingml/2006/main">
              <a:ext uri="{FF2B5EF4-FFF2-40B4-BE49-F238E27FC236}">
                <a16:creationId xmlns:a16="http://schemas.microsoft.com/office/drawing/2014/main" id="{4AFF10D4-4D6E-4C64-B422-AB3DB80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635" y="1612900"/>
            <a:ext cx="410400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chemeClr val="bg1"/>
                </a:solidFill>
              </a:rPr>
              <a:t>职位或者职称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1FF9C85-C72C-4867-B172-07F52E4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975" y="2371725"/>
            <a:ext cx="7766685" cy="3322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 sz="1400"/>
              <a:t>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7344a45fe47db">
            <a:extLst>
              <a:ext uri="{96DAC541-7B7A-43D3-8B79-37D633B846F1}">
                <asvg:svgBlip xmlns:asvg="http://schemas.microsoft.com/office/drawing/2016/SVG/main" r:embed="R99f5068b26dd44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1650" y="605155"/>
            <a:ext cx="1704340" cy="1704340"/>
          </a:xfrm>
          <a:prstGeom xmlns:a="http://schemas.openxmlformats.org/drawingml/2006/main" prst="rect">
            <a:avLst/>
          </a:prstGeom>
        </p:spPr>
      </p:pic>
      <p:pic>
        <p:nvPicPr>
          <p:cNvPr id="23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9651a1936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8946" y="117142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123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AD37741-E38A-4BA2-B30C-7F7D3AB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1925955"/>
            <a:ext cx="3155950" cy="1863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/>
              <a:t>请输入强调句子，</a:t>
            </a:r>
            <a:r>
              <a:rPr sz="3200" b="1"/>
              <a:t>请在此粘贴或输入你的文字内容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783072D6-5F33-4038-B672-1488B253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50925" y="4667885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B221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0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4b595a93d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" y="1115695"/>
            <a:ext cx="525145" cy="487045"/>
          </a:xfrm>
          <a:prstGeom xmlns:a="http://schemas.openxmlformats.org/drawingml/2006/main" prst="rect">
            <a:avLst/>
          </a:prstGeom>
        </p:spPr>
      </p:pic>
      <p:sp>
        <p:nvSpPr>
          <p:cNvPr id="39" name="标题 5">
            <a:extLst xmlns:a="http://schemas.openxmlformats.org/drawingml/2006/main">
              <a:ext uri="{FF2B5EF4-FFF2-40B4-BE49-F238E27FC236}">
                <a16:creationId xmlns:a16="http://schemas.microsoft.com/office/drawing/2014/main" id="{8758BA21-290C-46CE-B76B-D3CC1D8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55" y="4982845"/>
            <a:ext cx="2111375" cy="3536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请输入标题</a:t>
            </a:r>
          </a:p>
        </p:txBody>
      </p:sp>
      <p:sp>
        <p:nvSpPr>
          <p:cNvPr id="4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36BBA17-C206-43ED-83C2-9D8A9DAC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55" y="5336540"/>
            <a:ext cx="3287395" cy="801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思源黑体 CN Medium"/>
                <a:ea typeface="思源黑体 CN Medium"/>
                <a:cs typeface="思源黑体 CN Medium"/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pic>
        <p:nvPicPr>
          <p:cNvPr id="4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8edea40e140cc"/>
          <a:srcRect xmlns:a="http://schemas.openxmlformats.org/drawingml/2006/main" l="0" t="0" r="71763" b="28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5185" y="0"/>
            <a:ext cx="405384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0CDA0D-5C91-4072-827B-CA127CD2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025" y="4445"/>
            <a:ext cx="139700" cy="684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10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D12FF60-E3D3-4605-8E9A-9CC9994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510" y="3634740"/>
            <a:ext cx="2438400" cy="224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</a:rPr>
              <a:t>请在此添加文字说明请在此添加文字说明请在此添加文字说明。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A5C793F-B82F-4DE5-B1A7-DEA8F69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10</a:t>
            </a:r>
          </a:p>
        </p:txBody>
      </p:sp>
      <p:pic>
        <p:nvPicPr>
          <p:cNvPr id="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1acf7042f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2242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2026-06-09T13:30:35.9680000Z</dcterms:created>
  <dcterms:modified xsi:type="dcterms:W3CDTF">2026-06-09T13:30:35.9680000Z</dcterms:modified>
</coreProperties>
</file>