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fe842aa0b34195" /><Relationship Type="http://schemas.openxmlformats.org/officeDocument/2006/relationships/extended-properties" Target="/docProps/app.xml" Id="R2d3c0b641223450a" /><Relationship Type="http://schemas.openxmlformats.org/officeDocument/2006/relationships/officeDocument" Target="/ppt/presentation.xml" Id="Rdcd20381fdcb4c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f75a6ba3b440e9"/>
  </p:sldMasterIdLst>
  <p:notesMasterIdLst>
    <p:notesMasterId xmlns:r="http://schemas.openxmlformats.org/officeDocument/2006/relationships" r:id="R83629da4678f4c89"/>
  </p:notesMasterIdLst>
  <p:sldIdLst>
    <p:sldId xmlns:r="http://schemas.openxmlformats.org/officeDocument/2006/relationships" id="256" r:id="R63d15eb6c2a3424b"/>
    <p:sldId xmlns:r="http://schemas.openxmlformats.org/officeDocument/2006/relationships" id="257" r:id="R0b8e52702f0747f5"/>
    <p:sldId xmlns:r="http://schemas.openxmlformats.org/officeDocument/2006/relationships" id="258" r:id="Rb539331fcdee49a6"/>
    <p:sldId xmlns:r="http://schemas.openxmlformats.org/officeDocument/2006/relationships" id="259" r:id="Rf348af13fbfa4884"/>
    <p:sldId xmlns:r="http://schemas.openxmlformats.org/officeDocument/2006/relationships" id="260" r:id="Rd56e60b105d5482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f75a6ba3b440e9" /><Relationship Type="http://schemas.openxmlformats.org/officeDocument/2006/relationships/theme" Target="/ppt/theme/theme1.xml" Id="Rae2cbd09571b4579" /><Relationship Type="http://schemas.openxmlformats.org/officeDocument/2006/relationships/notesMaster" Target="/ppt/notesMasters/notesMaster1.xml" Id="R83629da4678f4c89" /><Relationship Type="http://schemas.openxmlformats.org/officeDocument/2006/relationships/presProps" Target="/ppt/presProps.xml" Id="R9586b01036db47bf" /><Relationship Type="http://schemas.openxmlformats.org/officeDocument/2006/relationships/viewProps" Target="/ppt/viewProps.xml" Id="R2884df11ab044a56" /><Relationship Type="http://schemas.openxmlformats.org/officeDocument/2006/relationships/tableStyles" Target="/ppt/tableStyles.xml" Id="Re2b5fa5e47244620" /><Relationship Type="http://schemas.openxmlformats.org/officeDocument/2006/relationships/slide" Target="/ppt/slides/slide1.xml" Id="R63d15eb6c2a3424b" /><Relationship Type="http://schemas.openxmlformats.org/officeDocument/2006/relationships/slide" Target="/ppt/slides/slide2.xml" Id="R0b8e52702f0747f5" /><Relationship Type="http://schemas.openxmlformats.org/officeDocument/2006/relationships/slide" Target="/ppt/slides/slide3.xml" Id="Rb539331fcdee49a6" /><Relationship Type="http://schemas.openxmlformats.org/officeDocument/2006/relationships/slide" Target="/ppt/slides/slide4.xml" Id="Rf348af13fbfa4884" /><Relationship Type="http://schemas.openxmlformats.org/officeDocument/2006/relationships/slide" Target="/ppt/slides/slide5.xml" Id="Rd56e60b105d548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4ffee2140d345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acda7516a54646" /><Relationship Type="http://schemas.openxmlformats.org/officeDocument/2006/relationships/notesMaster" Target="/ppt/notesMasters/notesMaster1.xml" Id="R0707aca973d54b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3e46202be0458f" /><Relationship Type="http://schemas.openxmlformats.org/officeDocument/2006/relationships/notesMaster" Target="/ppt/notesMasters/notesMaster1.xml" Id="R467623c56f3c44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b47d47e81442f4" /><Relationship Type="http://schemas.openxmlformats.org/officeDocument/2006/relationships/notesMaster" Target="/ppt/notesMasters/notesMaster1.xml" Id="Rc8d7efc20fba4a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db74e968214013" /><Relationship Type="http://schemas.openxmlformats.org/officeDocument/2006/relationships/notesMaster" Target="/ppt/notesMasters/notesMaster1.xml" Id="R906e69d87d574e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dea55e42654814" /><Relationship Type="http://schemas.openxmlformats.org/officeDocument/2006/relationships/notesMaster" Target="/ppt/notesMasters/notesMaster1.xml" Id="Rf059ad1fe69849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47a787b4b4e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574a21aa340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066cb3bc244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6fe32166e49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a4b9a803044f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90c17f9a343c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d3f35ea3774f1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430dac8d9b4e5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7c3cefe6345d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60d2f27ce436a" /></Relationships>
</file>

<file path=ppt/slideLayouts/slideLayout2.xml><?xml version="1.0" encoding="utf-8"?>
<p:sldLayout xmlns:p="http://schemas.openxmlformats.org/presentationml/2006/main" type="vertTitleAndTx">
  <p:cSld name="竖版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0E80A1F-B41A-4D6E-B917-4D73CC6A8EC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5759" y="365125"/>
            <a:ext cx="2629159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5740A28-0D19-4DB3-9FC1-93DD472F1C7B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83" y="365125"/>
            <a:ext cx="7735062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6885116-7615-4133-BAF4-851E00B625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92AD297-EC28-4EAB-A488-488F35BFBFF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02F4C8E-B8FC-43D4-80F4-C9BC043E407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picTx">
  <p:cSld name="图片与标题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58588E1-D102-4E6B-BFC3-93A9E0D67ED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871" y="457200"/>
            <a:ext cx="4165759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DFB0EA1-E034-46BA-8E77-1B0C7C0841D1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698" y="457201"/>
            <a:ext cx="6172808" cy="540385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8474E86-9069-4915-B08A-BDE3AFEABDA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871" y="2057400"/>
            <a:ext cx="4165759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DEA6266-D52D-4BCE-846E-86752E14309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C7D42D8-1828-4EC4-99C8-BA4FF9CA5FD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CF1C948-F6FF-4FFC-BDC2-877940A5B52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955A909-4FE2-495A-9F41-988FF5B148E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FAF9278-7ACC-41FD-A400-95F2018ECCC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6AC12E6-FDDA-4A6F-AE57-1C5AD0848CA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仅标题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36EB061-586A-4052-8C9E-1D0458A7E4D9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B3FFDB1-4D44-4F38-83BC-C8172062D62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AAAE9BF-BDF5-4416-9E66-854D67C581E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452F10C-9449-4840-9E19-F2B013A6906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woTxTwoObj">
  <p:cSld name="比较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C188965-0735-403F-8BCF-C3285C5EF62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871" y="365125"/>
            <a:ext cx="10516635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A20ADBC-F684-42E2-85A8-E9AB6057D523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1186891" y="1778438"/>
            <a:ext cx="4874054" cy="82391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7C11CF6-32FF-4362-839F-BC51CF2E520E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1186891" y="2665379"/>
            <a:ext cx="4874054" cy="352428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8072CA2-73FC-4CA7-B785-D2C16EE71E3C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257554" y="1778438"/>
            <a:ext cx="4898058" cy="823912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A3B0EC1-A961-4C80-A8A3-70ACA02CC634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257554" y="2665379"/>
            <a:ext cx="4898058" cy="352428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D95D0EC-313B-410D-8792-569B1C4EFF3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52BB900-75F9-4AAB-A79F-4007CDA293B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2415214-641D-4F31-A2EF-93178124601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woObj">
  <p:cSld name="两栏内容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662A08-F51A-4FDF-9092-A0E0D91D951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B9BD3C-020A-4987-BCF0-8D580D081792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83" y="1825625"/>
            <a:ext cx="518211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3AE745B-AF8F-4243-BC23-E4299B588303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808" y="1825625"/>
            <a:ext cx="518211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B85943B-32F4-4D57-845D-2BDBE6EB0EB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61D5682-27AA-4FF4-8087-D13F6CD6102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AF0B586-073E-4D13-8717-7337091705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secHead">
  <p:cSld name="节标题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296E83-6C01-47EA-AFC8-33E6817E58A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932" y="1709738"/>
            <a:ext cx="10516635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24E4BE2-1563-4FC7-AED7-BDCE0718890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932" y="4589463"/>
            <a:ext cx="10516635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4674D7C-7AEE-401F-9C53-2EDE0130298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40929B0-AE6D-40F2-9F4D-07A687E676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681A484-25C1-4947-BCFF-11B6ECA698C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obj">
  <p:cSld name="标题和内容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BE87D8C-77DF-4081-B9C9-DF5C625C3FC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72CD6D0-D26A-4FAE-8D08-CAD7BC378CCB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CE44E1F-636A-4795-835C-440049C3C62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114D7BD-FA7B-4E4D-BA1F-9FBBBCB3073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70E33B4-BFF2-4729-9240-EFDA3B023E7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内容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973CDAD7-5F86-4D5B-B961-FA363A3AB159}"/>
              </a:ext>
            </a:extLst>
          </p:cNvPr>
          <p:cNvSpPr/>
          <p:nvPr>
            <p:ph idx="0"/>
          </p:nvPr>
        </p:nvSpPr>
        <p:spPr>
          <a:xfrm xmlns:a="http://schemas.openxmlformats.org/drawingml/2006/main">
            <a:off x="838283" y="365125"/>
            <a:ext cx="10516635" cy="58118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532D61E-FBCD-4AB5-8C00-9D62A8DCA98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10A21AB-A649-4D42-9FFD-53F594C3098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5BEA228-5694-4135-A6E6-74B9EC29268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itle">
  <p:cSld name="标题幻灯片"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D399C6B-2DA1-4926-85DB-2AD3E570FC4B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150" y="1122363"/>
            <a:ext cx="91449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71E9658-E51E-473B-AC17-1ED9BA6A6CA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150" y="3602038"/>
            <a:ext cx="91449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AB371D7-A9FA-4A19-A031-AD9769750A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9F1504-0767-4812-947C-7CB177F7350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8C7CE13-2A8D-4676-8A74-3CCC02042D8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39ef1750d97491f" /><Relationship Type="http://schemas.openxmlformats.org/officeDocument/2006/relationships/slideLayout" Target="/ppt/slideLayouts/slideLayout2.xml" Id="R21c061e130cf4c33" /><Relationship Type="http://schemas.openxmlformats.org/officeDocument/2006/relationships/slideLayout" Target="/ppt/slideLayouts/slideLayout3.xml" Id="R08d1e853b4784bc6" /><Relationship Type="http://schemas.openxmlformats.org/officeDocument/2006/relationships/slideLayout" Target="/ppt/slideLayouts/slideLayout4.xml" Id="Rcf78b612e5214b05" /><Relationship Type="http://schemas.openxmlformats.org/officeDocument/2006/relationships/slideLayout" Target="/ppt/slideLayouts/slideLayout5.xml" Id="R064072f79e5d411c" /><Relationship Type="http://schemas.openxmlformats.org/officeDocument/2006/relationships/slideLayout" Target="/ppt/slideLayouts/slideLayout6.xml" Id="R47cfbddcf13a4133" /><Relationship Type="http://schemas.openxmlformats.org/officeDocument/2006/relationships/slideLayout" Target="/ppt/slideLayouts/slideLayout7.xml" Id="Rf1b405b3d4e84d8e" /><Relationship Type="http://schemas.openxmlformats.org/officeDocument/2006/relationships/slideLayout" Target="/ppt/slideLayouts/slideLayout8.xml" Id="R81dcaa15c7dd4e4c" /><Relationship Type="http://schemas.openxmlformats.org/officeDocument/2006/relationships/slideLayout" Target="/ppt/slideLayouts/slideLayout9.xml" Id="Rd0511a9b49564fae" /><Relationship Type="http://schemas.openxmlformats.org/officeDocument/2006/relationships/slideLayout" Target="/ppt/slideLayouts/slideLayout10.xml" Id="R70cc43f64ec54add" /><Relationship Type="http://schemas.openxmlformats.org/officeDocument/2006/relationships/slideLayout" Target="/ppt/slideLayouts/slideLayout11.xml" Id="R8985fb3f47744a2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3DA9B81-638A-4123-A234-10EBD18B720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83" y="365125"/>
            <a:ext cx="10516635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D1ADB0-3EE7-4CB1-B9D1-927F31FB0B7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83" y="1825625"/>
            <a:ext cx="10516635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9F0459E-BD6D-49B6-848C-87EB7D0F37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83" y="6356350"/>
            <a:ext cx="274347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BE68AE6-6D59-4A95-9571-7F9EDE80747F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998" y="6356350"/>
            <a:ext cx="411520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B39578E-0FD4-4963-8982-C898A7200F1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1448" y="6356350"/>
            <a:ext cx="274347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c061e130cf4c33"/>
    <p:sldLayoutId xmlns:r="http://schemas.openxmlformats.org/officeDocument/2006/relationships" id="2147483650" r:id="R08d1e853b4784bc6"/>
    <p:sldLayoutId xmlns:r="http://schemas.openxmlformats.org/officeDocument/2006/relationships" id="2147483651" r:id="Rcf78b612e5214b05"/>
    <p:sldLayoutId xmlns:r="http://schemas.openxmlformats.org/officeDocument/2006/relationships" id="2147483652" r:id="R064072f79e5d411c"/>
    <p:sldLayoutId xmlns:r="http://schemas.openxmlformats.org/officeDocument/2006/relationships" id="2147483653" r:id="R47cfbddcf13a4133"/>
    <p:sldLayoutId xmlns:r="http://schemas.openxmlformats.org/officeDocument/2006/relationships" id="2147483654" r:id="Rf1b405b3d4e84d8e"/>
    <p:sldLayoutId xmlns:r="http://schemas.openxmlformats.org/officeDocument/2006/relationships" id="2147483655" r:id="R81dcaa15c7dd4e4c"/>
    <p:sldLayoutId xmlns:r="http://schemas.openxmlformats.org/officeDocument/2006/relationships" id="2147483656" r:id="Rd0511a9b49564fae"/>
    <p:sldLayoutId xmlns:r="http://schemas.openxmlformats.org/officeDocument/2006/relationships" id="2147483657" r:id="R70cc43f64ec54add"/>
    <p:sldLayoutId xmlns:r="http://schemas.openxmlformats.org/officeDocument/2006/relationships" id="2147483658" r:id="R8985fb3f47744a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bba28994a854813" /><Relationship Type="http://schemas.openxmlformats.org/officeDocument/2006/relationships/image" Target="/ppt/media/image.jpeg" Id="R2bb39a758a2f4d2e" /><Relationship Type="http://schemas.openxmlformats.org/officeDocument/2006/relationships/image" Target="/ppt/media/image.png" Id="Rc633bb90d9cc4778" /><Relationship Type="http://schemas.openxmlformats.org/officeDocument/2006/relationships/notesSlide" Target="/ppt/notesSlides/notesSlide1.xml" Id="Rae07039c9f5f4a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83e2ec26ab1481b" /><Relationship Type="http://schemas.openxmlformats.org/officeDocument/2006/relationships/image" Target="/ppt/media/image2.png" Id="R48dbd2cd6fd647a8" /><Relationship Type="http://schemas.openxmlformats.org/officeDocument/2006/relationships/image" Target="/ppt/media/image.png" Id="Rfa2407d7d8d04d60" /><Relationship Type="http://schemas.openxmlformats.org/officeDocument/2006/relationships/notesSlide" Target="/ppt/notesSlides/notesSlide2.xml" Id="R5d602e82ab5e4e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f137542bbcf47d2" /><Relationship Type="http://schemas.openxmlformats.org/officeDocument/2006/relationships/image" Target="/ppt/media/image.jpeg" Id="R112f2193f7924daf" /><Relationship Type="http://schemas.openxmlformats.org/officeDocument/2006/relationships/image" Target="/ppt/media/image.png" Id="R40a1768094be46b0" /><Relationship Type="http://schemas.openxmlformats.org/officeDocument/2006/relationships/notesSlide" Target="/ppt/notesSlides/notesSlide3.xml" Id="Rb9756e7f8e7044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f99cbad8ae0a41e9" /><Relationship Type="http://schemas.openxmlformats.org/officeDocument/2006/relationships/image" Target="/ppt/media/image2.png" Id="R32c9ffba8cec44db" /><Relationship Type="http://schemas.openxmlformats.org/officeDocument/2006/relationships/image" Target="/ppt/media/image.png" Id="Racc550dbf39240f4" /><Relationship Type="http://schemas.openxmlformats.org/officeDocument/2006/relationships/notesSlide" Target="/ppt/notesSlides/notesSlide4.xml" Id="Rc54afc9ae1644d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c7d0852a527b4b9b" /><Relationship Type="http://schemas.openxmlformats.org/officeDocument/2006/relationships/image" Target="/ppt/media/image2.jpeg" Id="Re9c40f538b084f2e" /><Relationship Type="http://schemas.openxmlformats.org/officeDocument/2006/relationships/image" Target="/ppt/media/image3.png" Id="Rf94e4de993174cf3" /><Relationship Type="http://schemas.openxmlformats.org/officeDocument/2006/relationships/image" Target="/ppt/media/image.png" Id="R02ea10c1c0c34e48" /><Relationship Type="http://schemas.openxmlformats.org/officeDocument/2006/relationships/notesSlide" Target="/ppt/notesSlides/notesSlide5.xml" Id="R2f7e6f88d7574f3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39a758a2f4d2e"/>
          <a:srcRect xmlns:a="http://schemas.openxmlformats.org/drawingml/2006/main" l="0" t="28679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6349"/>
            <a:ext cx="12221845" cy="4916170"/>
          </a:xfrm>
          <a:prstGeom xmlns:a="http://schemas.openxmlformats.org/drawingml/2006/main" prst="rect">
            <a:avLst/>
          </a:prstGeom>
        </p:spPr>
      </p:pic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BE17E828-2A5A-4A6C-862A-30180A3CD8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92250" y="981075"/>
            <a:ext cx="5210175" cy="9137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r>
              <a:rPr sz="3200">
                <a:solidFill>
                  <a:schemeClr val="bg1"/>
                </a:solidFill>
              </a:rPr>
              <a:t>请输入标题名称</a:t>
            </a:r>
          </a:p>
        </p:txBody>
      </p:sp>
      <p:sp>
        <p:nvSpPr>
          <p:cNvPr id="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DA27D45-59ED-416A-9F4B-45291813ED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92250" y="1894840"/>
            <a:ext cx="9618980" cy="74041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rPr>
                <a:solidFill>
                  <a:schemeClr val="bg1"/>
                </a:solidFill>
              </a:rPr>
              <a:t>请输入副标题内容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83066B97-7511-473C-8D3C-FD8136A1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29210" y="1524000"/>
            <a:ext cx="103822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D05BBF8-8637-48C8-986D-7A5337A9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" y="3379470"/>
            <a:ext cx="3244850" cy="2791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27000" dist="38100" dir="5400000" algn="t" rotWithShape="0">
              <a:prstClr val="black">
                <a:alpha val="1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3CAFB3B-82E0-4976-B850-8A30A15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590" y="3379470"/>
            <a:ext cx="3244850" cy="2791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27000" dist="38100" dir="5400000" algn="t" rotWithShape="0">
              <a:prstClr val="black">
                <a:alpha val="1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542052E-CF6B-4192-8C9F-83AAD532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165" y="3379470"/>
            <a:ext cx="3244850" cy="2791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27000" dist="38100" dir="5400000" algn="t" rotWithShape="0">
              <a:prstClr val="black">
                <a:alpha val="1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11725F4-6E57-4D60-B9DD-5D6CB8F3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" y="3379470"/>
            <a:ext cx="324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6427DB6-450A-4F22-B893-2344F8C7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590" y="3379470"/>
            <a:ext cx="324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6B3CC61-4ADC-4EBE-8910-6910872A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165" y="3379470"/>
            <a:ext cx="324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标题 5">
            <a:extLst xmlns:a="http://schemas.openxmlformats.org/drawingml/2006/main">
              <a:ext uri="{FF2B5EF4-FFF2-40B4-BE49-F238E27FC236}">
                <a16:creationId xmlns:a16="http://schemas.microsoft.com/office/drawing/2014/main" id="{6EBD4541-9A67-4A20-A090-C20826D1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" y="3732530"/>
            <a:ext cx="2153285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/>
              <a:t>输入小标题</a:t>
            </a:r>
          </a:p>
        </p:txBody>
      </p:sp>
      <p:sp>
        <p:nvSpPr>
          <p:cNvPr id="1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ACBFBDD-8B63-4AC1-B3EE-CF32CF56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" y="4589780"/>
            <a:ext cx="2844165" cy="1337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000"/>
              <a:t>请在此添加文字说明请在此添加文字说明请在此添加文字说明。请在此添加文字说明请在此添加文字说明请在此添加文字说明。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000"/>
              <a:t>请在此添加文字说明请在此添加文字说明请在此添加文字说明。</a:t>
            </a:r>
          </a:p>
        </p:txBody>
      </p:sp>
      <p:sp>
        <p:nvSpPr>
          <p:cNvPr id="18" name="直接连接符 17">
            <a:extLst xmlns:a="http://schemas.openxmlformats.org/drawingml/2006/main">
              <a:ext uri="{FF2B5EF4-FFF2-40B4-BE49-F238E27FC236}">
                <a16:creationId xmlns:a16="http://schemas.microsoft.com/office/drawing/2014/main" id="{12CEBC82-8ACB-4B2F-A988-3F891542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" y="4431030"/>
            <a:ext cx="147193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标题 5">
            <a:extLst xmlns:a="http://schemas.openxmlformats.org/drawingml/2006/main">
              <a:ext uri="{FF2B5EF4-FFF2-40B4-BE49-F238E27FC236}">
                <a16:creationId xmlns:a16="http://schemas.microsoft.com/office/drawing/2014/main" id="{64618E02-E386-4F54-9B59-4F688766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680" y="3732530"/>
            <a:ext cx="2153285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/>
              <a:t>输入小标题</a:t>
            </a:r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3BC36B86-D231-483F-80DD-20ED0896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590" y="4431030"/>
            <a:ext cx="147193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标题 5">
            <a:extLst xmlns:a="http://schemas.openxmlformats.org/drawingml/2006/main">
              <a:ext uri="{FF2B5EF4-FFF2-40B4-BE49-F238E27FC236}">
                <a16:creationId xmlns:a16="http://schemas.microsoft.com/office/drawing/2014/main" id="{22F086B4-BCED-4FED-BC63-FD314C32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605" y="3732530"/>
            <a:ext cx="2153285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/>
              <a:t>输入小标题</a:t>
            </a: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286F81C2-9763-4645-AAD0-91936EB5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515" y="4431030"/>
            <a:ext cx="147193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D43B9F7-A834-49FC-BDFB-922F8518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760" y="4589780"/>
            <a:ext cx="2844165" cy="1337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000"/>
              <a:t>请在此添加文字说明请在此添加文字说明请在此添加文字说明。请在此添加文字说明请在此添加文字说明请在此添加文字说明。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000"/>
              <a:t>请在此添加文字说明请在此添加文字说明请在此添加文字说明。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EE68D24C-0E34-4115-B917-E89D6094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360160"/>
            <a:ext cx="72009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chemeClr val="bg1"/>
                </a:solidFill>
                <a:latin typeface="Arial Regular"/>
                <a:ea typeface="Arial Regular"/>
                <a:cs typeface="Arial Regular"/>
              </a:rPr>
              <a:t>06</a:t>
            </a:r>
          </a:p>
        </p:txBody>
      </p:sp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1F0E48D-73E4-46F6-97E0-6823BD43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615" y="4589780"/>
            <a:ext cx="2844165" cy="1337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000"/>
              <a:t>请在此添加文字说明请在此添加文字说明请在此添加文字说明。请在此添加文字说明请在此添加文字说明请在此添加文字说明。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000"/>
              <a:t>请在此添加文字说明请在此添加文字说明请在此添加文字说明。</a:t>
            </a:r>
          </a:p>
        </p:txBody>
      </p:sp>
      <p:pic>
        <p:nvPicPr>
          <p:cNvPr id="53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3bb90d9cc47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13020" y="6306967"/>
            <a:ext cx="1911990" cy="504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7998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3064CEEE-7C20-4FD8-A7FA-CC8FA94040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08710" y="1684020"/>
            <a:ext cx="5210175" cy="9137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r>
              <a:rPr sz="3200"/>
              <a:t>请输入标题名称</a:t>
            </a:r>
          </a:p>
        </p:txBody>
      </p:sp>
      <p:sp>
        <p:nvSpPr>
          <p:cNvPr id="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84D9A0A-2A5F-4032-81A1-3118206482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91995" y="3366770"/>
            <a:ext cx="2114550" cy="1064895"/>
          </a:xfr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请在此粘贴或输入你的文字内容请在此粘贴或输入你的文字，请在此粘贴或输入你的文字内容请在此粘贴或输入你的文字。</a:t>
            </a:r>
          </a:p>
        </p:txBody>
      </p:sp>
      <p:sp>
        <p:nvSpPr>
          <p:cNvPr id="9" name="标题 3">
            <a:extLst xmlns:a="http://schemas.openxmlformats.org/drawingml/2006/main">
              <a:ext uri="{FF2B5EF4-FFF2-40B4-BE49-F238E27FC236}">
                <a16:creationId xmlns:a16="http://schemas.microsoft.com/office/drawing/2014/main" id="{965F57CB-755F-4EBE-A8FC-D888504D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" y="1398270"/>
            <a:ext cx="328803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>
            <a:lvl1pPr>
              <a:buNone/>
              <a:defRPr b="1" u="none" cap="none" spc="0">
                <a:solidFill>
                  <a:schemeClr val="bg1"/>
                </a:solidFill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 algn="l">
              <a:buNone/>
            </a:pPr>
            <a:r>
              <a:rPr sz="1200">
                <a:solidFill>
                  <a:srgbClr val="65110E"/>
                </a:solidFill>
              </a:rPr>
              <a:t>请输入副标题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FDCF2698-D97B-44AB-A862-4CF2B26C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10310" y="2863850"/>
            <a:ext cx="103822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6511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7B365A4-94AE-40ED-BB62-DE85AF28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3280410"/>
            <a:ext cx="579120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89</a:t>
            </a:r>
          </a:p>
        </p:txBody>
      </p:sp>
      <p:sp>
        <p:nvSpPr>
          <p:cNvPr id="5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BC7A940-EB3C-4026-9837-97AB230B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605" y="3280410"/>
            <a:ext cx="579120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23</a:t>
            </a:r>
          </a:p>
        </p:txBody>
      </p:sp>
      <p:sp>
        <p:nvSpPr>
          <p:cNvPr id="1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BFA78E0-1B00-4F50-AB47-D8E2187B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25" y="3366770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请在此粘贴或输入你的文字内容请在此粘贴或输入你的文字，请在此粘贴或输入你的文字内容请在此粘贴或输入你的文字。</a:t>
            </a:r>
          </a:p>
        </p:txBody>
      </p:sp>
      <p:sp>
        <p:nvSpPr>
          <p:cNvPr id="21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6730840-9452-4203-8096-C0A9E792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50" y="4631055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请在此粘贴或输入你的文字内容请在此粘贴或输入你的文字，请在此粘贴或输入你的文字内容请在此粘贴或输入你的文字。</a:t>
            </a:r>
          </a:p>
        </p:txBody>
      </p:sp>
      <p:sp>
        <p:nvSpPr>
          <p:cNvPr id="2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6764053-E583-4B7C-AFBD-05CB27DF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544695"/>
            <a:ext cx="578485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12</a:t>
            </a:r>
          </a:p>
        </p:txBody>
      </p:sp>
      <p:sp>
        <p:nvSpPr>
          <p:cNvPr id="2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9C3526A-9CF9-403D-9C97-4185FAA6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560" y="4544695"/>
            <a:ext cx="579755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45</a:t>
            </a:r>
          </a:p>
        </p:txBody>
      </p:sp>
      <p:sp>
        <p:nvSpPr>
          <p:cNvPr id="2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E268C1D-AED5-4BAA-9D5E-87EE674E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480" y="4631055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请在此粘贴或输入你的文字内容请在此粘贴或输入你的文字，请在此粘贴或输入你的文字内容请在此粘贴或输入你的文字。</a:t>
            </a:r>
          </a:p>
        </p:txBody>
      </p:sp>
      <p:pic>
        <p:nvPicPr>
          <p:cNvPr id="27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bd2cd6fd647a8">
            <a:lum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8790" y="12700"/>
            <a:ext cx="3733165" cy="6845300"/>
          </a:xfrm>
          <a:prstGeom xmlns:a="http://schemas.openxmlformats.org/drawingml/2006/main" prst="rect">
            <a:avLst/>
          </a:prstGeom>
        </p:spPr>
      </p:pic>
      <p:sp>
        <p:nvSpPr>
          <p:cNvPr id="3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8996AB4-363E-4146-B98E-C15A4EEB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3758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项</a:t>
            </a:r>
          </a:p>
        </p:txBody>
      </p:sp>
      <p:sp>
        <p:nvSpPr>
          <p:cNvPr id="36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6EF908C-20B9-4FCA-925F-E7663AD4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1774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项</a:t>
            </a:r>
          </a:p>
        </p:txBody>
      </p:sp>
      <p:sp>
        <p:nvSpPr>
          <p:cNvPr id="3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CF278B5-1517-4642-BC4E-9E48ACE3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65" y="353758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项</a:t>
            </a:r>
          </a:p>
        </p:txBody>
      </p:sp>
      <p:sp>
        <p:nvSpPr>
          <p:cNvPr id="3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A868992-186A-42DD-A453-7391A9CB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65" y="481774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项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A9433F22-C825-4658-BF8B-9F5C2FDE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137910"/>
            <a:ext cx="739775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4DC40502-644D-4EF9-BE3A-85510CAF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360160"/>
            <a:ext cx="72009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chemeClr val="bg1"/>
                </a:solidFill>
                <a:latin typeface="Arial Regular"/>
                <a:ea typeface="Arial Regular"/>
                <a:cs typeface="Arial Regular"/>
              </a:rPr>
              <a:t>11</a:t>
            </a:r>
          </a:p>
        </p:txBody>
      </p:sp>
      <p:pic>
        <p:nvPicPr>
          <p:cNvPr id="46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407d7d8d04d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380" y="315068"/>
            <a:ext cx="2377358" cy="6267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458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f2193f7924daf"/>
          <a:srcRect xmlns:a="http://schemas.openxmlformats.org/drawingml/2006/main" l="0" t="28679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6349"/>
            <a:ext cx="12221845" cy="4916170"/>
          </a:xfrm>
          <a:prstGeom xmlns:a="http://schemas.openxmlformats.org/drawingml/2006/main" prst="rect">
            <a:avLst/>
          </a:prstGeom>
        </p:spPr>
      </p:pic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BE17E828-2A5A-4A6C-862A-30180A3CD8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92250" y="981075"/>
            <a:ext cx="5210175" cy="9137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r>
              <a:rPr sz="3200">
                <a:solidFill>
                  <a:schemeClr val="bg1"/>
                </a:solidFill>
              </a:rPr>
              <a:t>请输入标题名称</a:t>
            </a:r>
          </a:p>
        </p:txBody>
      </p:sp>
      <p:sp>
        <p:nvSpPr>
          <p:cNvPr id="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DA27D45-59ED-416A-9F4B-45291813ED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92250" y="1894840"/>
            <a:ext cx="9618980" cy="74041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rPr>
                <a:solidFill>
                  <a:schemeClr val="bg1"/>
                </a:solidFill>
              </a:rPr>
              <a:t>请输入副标题内容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83066B97-7511-473C-8D3C-FD8136A1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29210" y="1524000"/>
            <a:ext cx="103822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D05BBF8-8637-48C8-986D-7A5337A9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" y="3379470"/>
            <a:ext cx="3244850" cy="2791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27000" dist="38100" dir="5400000" algn="t" rotWithShape="0">
              <a:prstClr val="black">
                <a:alpha val="1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3CAFB3B-82E0-4976-B850-8A30A15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590" y="3379470"/>
            <a:ext cx="3244850" cy="2791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27000" dist="38100" dir="5400000" algn="t" rotWithShape="0">
              <a:prstClr val="black">
                <a:alpha val="1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542052E-CF6B-4192-8C9F-83AAD532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165" y="3379470"/>
            <a:ext cx="3244850" cy="2791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27000" dist="38100" dir="5400000" algn="t" rotWithShape="0">
              <a:prstClr val="black">
                <a:alpha val="1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11725F4-6E57-4D60-B9DD-5D6CB8F3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" y="3379470"/>
            <a:ext cx="324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6427DB6-450A-4F22-B893-2344F8C7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590" y="3379470"/>
            <a:ext cx="324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6B3CC61-4ADC-4EBE-8910-6910872A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165" y="3379470"/>
            <a:ext cx="324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标题 5">
            <a:extLst xmlns:a="http://schemas.openxmlformats.org/drawingml/2006/main">
              <a:ext uri="{FF2B5EF4-FFF2-40B4-BE49-F238E27FC236}">
                <a16:creationId xmlns:a16="http://schemas.microsoft.com/office/drawing/2014/main" id="{6EBD4541-9A67-4A20-A090-C20826D1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" y="3732530"/>
            <a:ext cx="2153285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/>
              <a:t>输入小标题</a:t>
            </a:r>
          </a:p>
        </p:txBody>
      </p:sp>
      <p:sp>
        <p:nvSpPr>
          <p:cNvPr id="1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ACBFBDD-8B63-4AC1-B3EE-CF32CF56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" y="4589780"/>
            <a:ext cx="2844165" cy="1337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000"/>
              <a:t>请在此添加文字说明请在此添加文字说明请在此添加文字说明。请在此添加文字说明请在此添加文字说明请在此添加文字说明。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000"/>
              <a:t>请在此添加文字说明请在此添加文字说明请在此添加文字说明。</a:t>
            </a:r>
          </a:p>
        </p:txBody>
      </p:sp>
      <p:sp>
        <p:nvSpPr>
          <p:cNvPr id="18" name="直接连接符 17">
            <a:extLst xmlns:a="http://schemas.openxmlformats.org/drawingml/2006/main">
              <a:ext uri="{FF2B5EF4-FFF2-40B4-BE49-F238E27FC236}">
                <a16:creationId xmlns:a16="http://schemas.microsoft.com/office/drawing/2014/main" id="{12CEBC82-8ACB-4B2F-A988-3F891542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" y="4431030"/>
            <a:ext cx="147193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标题 5">
            <a:extLst xmlns:a="http://schemas.openxmlformats.org/drawingml/2006/main">
              <a:ext uri="{FF2B5EF4-FFF2-40B4-BE49-F238E27FC236}">
                <a16:creationId xmlns:a16="http://schemas.microsoft.com/office/drawing/2014/main" id="{64618E02-E386-4F54-9B59-4F688766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680" y="3732530"/>
            <a:ext cx="2153285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/>
              <a:t>输入小标题</a:t>
            </a:r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3BC36B86-D231-483F-80DD-20ED0896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590" y="4431030"/>
            <a:ext cx="147193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标题 5">
            <a:extLst xmlns:a="http://schemas.openxmlformats.org/drawingml/2006/main">
              <a:ext uri="{FF2B5EF4-FFF2-40B4-BE49-F238E27FC236}">
                <a16:creationId xmlns:a16="http://schemas.microsoft.com/office/drawing/2014/main" id="{22F086B4-BCED-4FED-BC63-FD314C32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605" y="3732530"/>
            <a:ext cx="2153285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/>
              <a:t>输入小标题</a:t>
            </a: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286F81C2-9763-4645-AAD0-91936EB5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515" y="4431030"/>
            <a:ext cx="147193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D43B9F7-A834-49FC-BDFB-922F8518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760" y="4589780"/>
            <a:ext cx="2844165" cy="1337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000"/>
              <a:t>请在此添加文字说明请在此添加文字说明请在此添加文字说明。请在此添加文字说明请在此添加文字说明请在此添加文字说明。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000"/>
              <a:t>请在此添加文字说明请在此添加文字说明请在此添加文字说明。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EE68D24C-0E34-4115-B917-E89D6094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360160"/>
            <a:ext cx="72009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chemeClr val="bg1"/>
                </a:solidFill>
                <a:latin typeface="Arial Regular"/>
                <a:ea typeface="Arial Regular"/>
                <a:cs typeface="Arial Regular"/>
              </a:rPr>
              <a:t>06</a:t>
            </a:r>
          </a:p>
        </p:txBody>
      </p:sp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1F0E48D-73E4-46F6-97E0-6823BD43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615" y="4589780"/>
            <a:ext cx="2844165" cy="13373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000"/>
              <a:t>请在此添加文字说明请在此添加文字说明请在此添加文字说明。请在此添加文字说明请在此添加文字说明请在此添加文字说明。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000"/>
              <a:t>请在此添加文字说明请在此添加文字说明请在此添加文字说明。</a:t>
            </a:r>
          </a:p>
        </p:txBody>
      </p:sp>
      <p:pic>
        <p:nvPicPr>
          <p:cNvPr id="53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1768094be46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13020" y="6306967"/>
            <a:ext cx="1911990" cy="504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7998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3064CEEE-7C20-4FD8-A7FA-CC8FA94040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08710" y="1684020"/>
            <a:ext cx="5210175" cy="9137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r>
              <a:rPr sz="3200"/>
              <a:t>请输入标题名称</a:t>
            </a:r>
          </a:p>
        </p:txBody>
      </p:sp>
      <p:sp>
        <p:nvSpPr>
          <p:cNvPr id="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84D9A0A-2A5F-4032-81A1-3118206482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91995" y="3366770"/>
            <a:ext cx="2114550" cy="1064895"/>
          </a:xfr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请在此粘贴或输入你的文字内容请在此粘贴或输入你的文字，请在此粘贴或输入你的文字内容请在此粘贴或输入你的文字。</a:t>
            </a:r>
          </a:p>
        </p:txBody>
      </p:sp>
      <p:sp>
        <p:nvSpPr>
          <p:cNvPr id="9" name="标题 3">
            <a:extLst xmlns:a="http://schemas.openxmlformats.org/drawingml/2006/main">
              <a:ext uri="{FF2B5EF4-FFF2-40B4-BE49-F238E27FC236}">
                <a16:creationId xmlns:a16="http://schemas.microsoft.com/office/drawing/2014/main" id="{965F57CB-755F-4EBE-A8FC-D888504D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" y="1398270"/>
            <a:ext cx="328803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>
            <a:lvl1pPr>
              <a:buNone/>
              <a:defRPr b="1" u="none" cap="none" spc="0">
                <a:solidFill>
                  <a:schemeClr val="bg1"/>
                </a:solidFill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pPr algn="l">
              <a:buNone/>
            </a:pPr>
            <a:r>
              <a:rPr sz="1200">
                <a:solidFill>
                  <a:srgbClr val="65110E"/>
                </a:solidFill>
              </a:rPr>
              <a:t>请输入副标题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FDCF2698-D97B-44AB-A862-4CF2B26C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10310" y="2863850"/>
            <a:ext cx="103822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6511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7B365A4-94AE-40ED-BB62-DE85AF28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3280410"/>
            <a:ext cx="579120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89</a:t>
            </a:r>
          </a:p>
        </p:txBody>
      </p:sp>
      <p:sp>
        <p:nvSpPr>
          <p:cNvPr id="5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BC7A940-EB3C-4026-9837-97AB230B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605" y="3280410"/>
            <a:ext cx="579120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23</a:t>
            </a:r>
          </a:p>
        </p:txBody>
      </p:sp>
      <p:sp>
        <p:nvSpPr>
          <p:cNvPr id="1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BFA78E0-1B00-4F50-AB47-D8E2187B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25" y="3366770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请在此粘贴或输入你的文字内容请在此粘贴或输入你的文字，请在此粘贴或输入你的文字内容请在此粘贴或输入你的文字。</a:t>
            </a:r>
          </a:p>
        </p:txBody>
      </p:sp>
      <p:sp>
        <p:nvSpPr>
          <p:cNvPr id="21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6730840-9452-4203-8096-C0A9E792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50" y="4631055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请在此粘贴或输入你的文字内容请在此粘贴或输入你的文字，请在此粘贴或输入你的文字内容请在此粘贴或输入你的文字。</a:t>
            </a:r>
          </a:p>
        </p:txBody>
      </p:sp>
      <p:sp>
        <p:nvSpPr>
          <p:cNvPr id="2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6764053-E583-4B7C-AFBD-05CB27DF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544695"/>
            <a:ext cx="578485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12</a:t>
            </a:r>
          </a:p>
        </p:txBody>
      </p:sp>
      <p:sp>
        <p:nvSpPr>
          <p:cNvPr id="2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9C3526A-9CF9-403D-9C97-4185FAA6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560" y="4544695"/>
            <a:ext cx="579755" cy="5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ctr">
              <a:buNone/>
            </a:pPr>
            <a:r>
              <a:rPr sz="2800">
                <a:solidFill>
                  <a:schemeClr val="tx1"/>
                </a:solidFill>
                <a:latin typeface="Arial Bold"/>
                <a:ea typeface="Arial Bold"/>
                <a:cs typeface="Arial Bold"/>
              </a:rPr>
              <a:t>45</a:t>
            </a:r>
          </a:p>
        </p:txBody>
      </p:sp>
      <p:sp>
        <p:nvSpPr>
          <p:cNvPr id="2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E268C1D-AED5-4BAA-9D5E-87EE674E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480" y="4631055"/>
            <a:ext cx="2114550" cy="10648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rPr sz="1000">
                <a:solidFill>
                  <a:schemeClr val="bg2">
                    <a:lumMod val="25000"/>
                  </a:schemeClr>
                </a:solidFill>
              </a:rPr>
              <a:t>请在此粘贴或输入你的文字内容请在此粘贴或输入你的文字，请在此粘贴或输入你的文字内容请在此粘贴或输入你的文字。</a:t>
            </a:r>
          </a:p>
        </p:txBody>
      </p:sp>
      <p:pic>
        <p:nvPicPr>
          <p:cNvPr id="27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9ffba8cec44db">
            <a:lum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8790" y="12700"/>
            <a:ext cx="3733165" cy="6845300"/>
          </a:xfrm>
          <a:prstGeom xmlns:a="http://schemas.openxmlformats.org/drawingml/2006/main" prst="rect">
            <a:avLst/>
          </a:prstGeom>
        </p:spPr>
      </p:pic>
      <p:sp>
        <p:nvSpPr>
          <p:cNvPr id="3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8996AB4-363E-4146-B98E-C15A4EEB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3758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项</a:t>
            </a:r>
          </a:p>
        </p:txBody>
      </p:sp>
      <p:sp>
        <p:nvSpPr>
          <p:cNvPr id="36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6EF908C-20B9-4FCA-925F-E7663AD4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1774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项</a:t>
            </a:r>
          </a:p>
        </p:txBody>
      </p:sp>
      <p:sp>
        <p:nvSpPr>
          <p:cNvPr id="3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CF278B5-1517-4642-BC4E-9E48ACE3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65" y="353758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项</a:t>
            </a:r>
          </a:p>
        </p:txBody>
      </p:sp>
      <p:sp>
        <p:nvSpPr>
          <p:cNvPr id="3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A868992-186A-42DD-A453-7391A9CB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665" y="4817745"/>
            <a:ext cx="278765" cy="2171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000"/>
              <a:t>项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A9433F22-C825-4658-BF8B-9F5C2FDE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137910"/>
            <a:ext cx="739775" cy="720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3B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4DC40502-644D-4EF9-BE3A-85510CAF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360160"/>
            <a:ext cx="72009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chemeClr val="bg1"/>
                </a:solidFill>
                <a:latin typeface="Arial Regular"/>
                <a:ea typeface="Arial Regular"/>
                <a:cs typeface="Arial Regular"/>
              </a:rPr>
              <a:t>11</a:t>
            </a:r>
          </a:p>
        </p:txBody>
      </p:sp>
      <p:pic>
        <p:nvPicPr>
          <p:cNvPr id="46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550dbf39240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2380" y="315068"/>
            <a:ext cx="2377358" cy="6267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458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40f538b084f2e"/>
          <a:srcRect xmlns:a="http://schemas.openxmlformats.org/drawingml/2006/main" l="0" t="32516" r="0" b="200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415" y="-6350"/>
            <a:ext cx="12213590" cy="326644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7503A04-3B70-4C49-874C-7E3F9D7E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5" y="1342390"/>
            <a:ext cx="101219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90500" dist="38100" dir="5400000" algn="t" rotWithShape="0">
              <a:prstClr val="black">
                <a:alpha val="1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A6F15B1-8686-42B7-BBC1-1601D0CB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85" y="1342390"/>
            <a:ext cx="101219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F23A2C1D-5B44-4904-B2A6-F086827580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14805" y="1955165"/>
            <a:ext cx="5382895" cy="5715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800" b="0">
                <a:latin typeface="Microsoft YaHei Bold"/>
                <a:ea typeface="Microsoft YaHei Bold"/>
                <a:cs typeface="Microsoft YaHei Bold"/>
              </a:defRPr>
            </a:lvl1pPr>
          </a:lstStyle>
          <a:p xmlns:a="http://schemas.openxmlformats.org/drawingml/2006/main">
            <a:r>
              <a:t>请输入标题名称</a:t>
            </a:r>
          </a:p>
        </p:txBody>
      </p:sp>
      <p:pic>
        <p:nvPicPr>
          <p:cNvPr id="7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e4de993174c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95030" y="3051810"/>
            <a:ext cx="2329815" cy="2329815"/>
          </a:xfrm>
          <a:prstGeom xmlns:a="http://schemas.openxmlformats.org/drawingml/2006/main" prst="rect">
            <a:avLst/>
          </a:prstGeom>
        </p:spPr>
      </p:pic>
      <p:sp>
        <p:nvSpPr>
          <p:cNvPr id="8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8BB1F37-E15D-4D84-8E92-F6F9A7591A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14805" y="2724150"/>
            <a:ext cx="6562090" cy="242506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>
                <a:solidFill>
                  <a:schemeClr val="tx1"/>
                </a:solidFill>
              </a:rPr>
              <a:t>请在此添加文字说明请在此添加文字说明请在此添加文字说明。请在此添加文字说明请在此添加文字说明请在此添加文字说明。请在此添加文字说明请在此添加文字说明请在此添加文字说明。请在此添加文字说明请在此添加文字说明请在此添加文字说明。</a:t>
            </a:r>
          </a:p>
          <a:p xmlns:a="http://schemas.openxmlformats.org/drawingml/2006/main">
            <a:pPr indent="349250">
              <a:lnSpc>
                <a:spcPct val="150000"/>
              </a:lnSpc>
              <a:buNone/>
            </a:pPr>
            <a:r>
              <a:rPr>
                <a:solidFill>
                  <a:schemeClr val="tx1"/>
                </a:solidFill>
              </a:rPr>
              <a:t>请在此添加文字说明请在此添加文字说明请在此添加文字说明。请在此添加文字说明请在此添加文字说明请在此添加文字说明。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61B495E5-BAAE-4F3C-B8EA-1ADBFF3C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2545" y="6360160"/>
            <a:ext cx="72009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chemeClr val="bg1"/>
                </a:solidFill>
                <a:latin typeface="Arial Regular"/>
                <a:ea typeface="Arial Regular"/>
                <a:cs typeface="Arial Regular"/>
              </a:rPr>
              <a:t>13</a:t>
            </a:r>
          </a:p>
        </p:txBody>
      </p:sp>
      <p:pic>
        <p:nvPicPr>
          <p:cNvPr id="46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a10c1c0c34e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7448" y="6238545"/>
            <a:ext cx="2091077" cy="5512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0050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2026-06-09T13:13:31.8760000Z</dcterms:created>
  <dcterms:modified xsi:type="dcterms:W3CDTF">2026-06-09T13:13:31.8760000Z</dcterms:modified>
</coreProperties>
</file>